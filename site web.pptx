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DM Sans Bold" charset="1" panose="00000000000000000000"/>
      <p:regular r:id="rId25"/>
    </p:embeddedFont>
    <p:embeddedFont>
      <p:font typeface="DM Sans" charset="1" panose="00000000000000000000"/>
      <p:regular r:id="rId26"/>
    </p:embeddedFont>
    <p:embeddedFont>
      <p:font typeface="Montserrat" charset="1" panose="00000500000000000000"/>
      <p:regular r:id="rId27"/>
    </p:embeddedFont>
    <p:embeddedFont>
      <p:font typeface="Open Sans Bold" charset="1" panose="020B0806030504020204"/>
      <p:regular r:id="rId31"/>
    </p:embeddedFont>
    <p:embeddedFont>
      <p:font typeface="Open Sans" charset="1" panose="020B0606030504020204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notesMasters/notesMaster1.xml" Type="http://schemas.openxmlformats.org/officeDocument/2006/relationships/notesMaster"/><Relationship Id="rId29" Target="theme/theme2.xml" Type="http://schemas.openxmlformats.org/officeDocument/2006/relationships/theme"/><Relationship Id="rId3" Target="viewProps.xml" Type="http://schemas.openxmlformats.org/officeDocument/2006/relationships/viewProps"/><Relationship Id="rId30" Target="notesSlides/notesSlide1.xml" Type="http://schemas.openxmlformats.org/officeDocument/2006/relationships/notesSlide"/><Relationship Id="rId31" Target="fonts/font31.fntdata" Type="http://schemas.openxmlformats.org/officeDocument/2006/relationships/font"/><Relationship Id="rId32" Target="notesSlides/notesSlide2.xml" Type="http://schemas.openxmlformats.org/officeDocument/2006/relationships/notesSlide"/><Relationship Id="rId33" Target="fonts/font33.fntdata" Type="http://schemas.openxmlformats.org/officeDocument/2006/relationships/font"/><Relationship Id="rId34" Target="notesSlides/notesSlide3.xml" Type="http://schemas.openxmlformats.org/officeDocument/2006/relationships/notesSlide"/><Relationship Id="rId35" Target="notesSlides/notesSlide4.xml" Type="http://schemas.openxmlformats.org/officeDocument/2006/relationships/notesSlide"/><Relationship Id="rId36" Target="notesSlides/notesSlide5.xml" Type="http://schemas.openxmlformats.org/officeDocument/2006/relationships/notesSlide"/><Relationship Id="rId37" Target="notesSlides/notesSlide6.xml" Type="http://schemas.openxmlformats.org/officeDocument/2006/relationships/notesSlide"/><Relationship Id="rId38" Target="notesSlides/notesSlide7.xml" Type="http://schemas.openxmlformats.org/officeDocument/2006/relationships/notesSlide"/><Relationship Id="rId39" Target="notesSlides/notesSlide8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 modern spin on mothers day</a:t>
            </a:r>
          </a:p>
          <a:p>
            <a:r>
              <a:rPr lang="en-US"/>
              <a:t/>
            </a:r>
          </a:p>
          <a:p>
            <a:r>
              <a:rPr lang="en-US"/>
              <a:t>concept = tout se transmet / revient à la mode / une boucle infinie </a:t>
            </a:r>
          </a:p>
          <a:p>
            <a:r>
              <a:rPr lang="en-US"/>
              <a:t>constat : maman +moi = parfait exemple --&gt; transmission et mélange de tradi (maman) + modernité (moi)</a:t>
            </a:r>
          </a:p>
          <a:p>
            <a:r>
              <a:rPr lang="en-US"/>
              <a:t>--&gt; cool mom = kids vibes</a:t>
            </a:r>
          </a:p>
          <a:p>
            <a:r>
              <a:rPr lang="en-US"/>
              <a:t>vision : unapologetically une femme avant d'être une maman --&gt; célébration de la femme / féminité / le pouvoir féminin = calm behind the chaos </a:t>
            </a:r>
          </a:p>
          <a:p>
            <a:r>
              <a:rPr lang="en-US"/>
              <a:t/>
            </a:r>
          </a:p>
          <a:p>
            <a:r>
              <a:rPr lang="en-US"/>
              <a:t>objectif : un samedi donc faire du salon l'activité du jour à passer en famille / la fin d'après midi avec les autres mamans </a:t>
            </a:r>
          </a:p>
          <a:p>
            <a:r>
              <a:rPr lang="en-US"/>
              <a:t/>
            </a:r>
          </a:p>
          <a:p>
            <a:r>
              <a:rPr lang="en-US"/>
              <a:t>mood : old school </a:t>
            </a:r>
          </a:p>
          <a:p>
            <a:r>
              <a:rPr lang="en-US"/>
              <a:t>atmosphere : red / vintage</a:t>
            </a:r>
          </a:p>
          <a:p>
            <a:r>
              <a:rPr lang="en-US"/>
              <a:t>live music </a:t>
            </a:r>
          </a:p>
          <a:p>
            <a:r>
              <a:rPr lang="en-US"/>
              <a:t>sunset dj set </a:t>
            </a:r>
          </a:p>
          <a:p>
            <a:r>
              <a:rPr lang="en-US"/>
              <a:t>coffee and matcha during the day / champ at night</a:t>
            </a:r>
          </a:p>
          <a:p>
            <a:r>
              <a:rPr lang="en-US"/>
              <a:t/>
            </a:r>
          </a:p>
          <a:p>
            <a:r>
              <a:rPr lang="en-US"/>
              <a:t>infinity bracelet / mom + daughter jewellery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 modern spin on mothers day</a:t>
            </a:r>
          </a:p>
          <a:p>
            <a:r>
              <a:rPr lang="en-US"/>
              <a:t/>
            </a:r>
          </a:p>
          <a:p>
            <a:r>
              <a:rPr lang="en-US"/>
              <a:t>concept = tout se transmet / revient à la mode / une boucle infinie </a:t>
            </a:r>
          </a:p>
          <a:p>
            <a:r>
              <a:rPr lang="en-US"/>
              <a:t>constat : maman +moi = parfait exemple --&gt; transmission et mélange de tradi (maman) + modernité (moi)</a:t>
            </a:r>
          </a:p>
          <a:p>
            <a:r>
              <a:rPr lang="en-US"/>
              <a:t>--&gt; cool mom = kids vibes</a:t>
            </a:r>
          </a:p>
          <a:p>
            <a:r>
              <a:rPr lang="en-US"/>
              <a:t>vision : unapologetically une femme avant d'être une maman --&gt; célébration de la femme / féminité / le pouvoir féminin = calm behind the chaos </a:t>
            </a:r>
          </a:p>
          <a:p>
            <a:r>
              <a:rPr lang="en-US"/>
              <a:t/>
            </a:r>
          </a:p>
          <a:p>
            <a:r>
              <a:rPr lang="en-US"/>
              <a:t>objectif : un samedi donc faire du salon l'activité du jour à passer en famille / la fin d'après midi avec les autres mamans </a:t>
            </a:r>
          </a:p>
          <a:p>
            <a:r>
              <a:rPr lang="en-US"/>
              <a:t/>
            </a:r>
          </a:p>
          <a:p>
            <a:r>
              <a:rPr lang="en-US"/>
              <a:t>mood : old school </a:t>
            </a:r>
          </a:p>
          <a:p>
            <a:r>
              <a:rPr lang="en-US"/>
              <a:t>atmosphere : red / vintage</a:t>
            </a:r>
          </a:p>
          <a:p>
            <a:r>
              <a:rPr lang="en-US"/>
              <a:t>live music </a:t>
            </a:r>
          </a:p>
          <a:p>
            <a:r>
              <a:rPr lang="en-US"/>
              <a:t>sunset dj set </a:t>
            </a:r>
          </a:p>
          <a:p>
            <a:r>
              <a:rPr lang="en-US"/>
              <a:t>coffee and matcha during the day / champ at night</a:t>
            </a:r>
          </a:p>
          <a:p>
            <a:r>
              <a:rPr lang="en-US"/>
              <a:t/>
            </a:r>
          </a:p>
          <a:p>
            <a:r>
              <a:rPr lang="en-US"/>
              <a:t>infinity bracelet / mom + daughter jewellery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 modern spin on mothers day</a:t>
            </a:r>
          </a:p>
          <a:p>
            <a:r>
              <a:rPr lang="en-US"/>
              <a:t/>
            </a:r>
          </a:p>
          <a:p>
            <a:r>
              <a:rPr lang="en-US"/>
              <a:t>concept = tout se transmet / revient à la mode / une boucle infinie </a:t>
            </a:r>
          </a:p>
          <a:p>
            <a:r>
              <a:rPr lang="en-US"/>
              <a:t>constat : maman +moi = parfait exemple --&gt; transmission et mélange de tradi (maman) + modernité (moi)</a:t>
            </a:r>
          </a:p>
          <a:p>
            <a:r>
              <a:rPr lang="en-US"/>
              <a:t>--&gt; cool mom = kids vibes</a:t>
            </a:r>
          </a:p>
          <a:p>
            <a:r>
              <a:rPr lang="en-US"/>
              <a:t>vision : unapologetically une femme avant d'être une maman --&gt; célébration de la femme / féminité / le pouvoir féminin = calm behind the chaos </a:t>
            </a:r>
          </a:p>
          <a:p>
            <a:r>
              <a:rPr lang="en-US"/>
              <a:t/>
            </a:r>
          </a:p>
          <a:p>
            <a:r>
              <a:rPr lang="en-US"/>
              <a:t>objectif : un samedi donc faire du salon l'activité du jour à passer en famille / la fin d'après midi avec les autres mamans </a:t>
            </a:r>
          </a:p>
          <a:p>
            <a:r>
              <a:rPr lang="en-US"/>
              <a:t/>
            </a:r>
          </a:p>
          <a:p>
            <a:r>
              <a:rPr lang="en-US"/>
              <a:t>mood : old school </a:t>
            </a:r>
          </a:p>
          <a:p>
            <a:r>
              <a:rPr lang="en-US"/>
              <a:t>atmosphere : red / vintage</a:t>
            </a:r>
          </a:p>
          <a:p>
            <a:r>
              <a:rPr lang="en-US"/>
              <a:t>live music </a:t>
            </a:r>
          </a:p>
          <a:p>
            <a:r>
              <a:rPr lang="en-US"/>
              <a:t>sunset dj set </a:t>
            </a:r>
          </a:p>
          <a:p>
            <a:r>
              <a:rPr lang="en-US"/>
              <a:t>coffee and matcha during the day / champ at night</a:t>
            </a:r>
          </a:p>
          <a:p>
            <a:r>
              <a:rPr lang="en-US"/>
              <a:t/>
            </a:r>
          </a:p>
          <a:p>
            <a:r>
              <a:rPr lang="en-US"/>
              <a:t>infinity bracelet / mom + daughter jewellery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 modern spin on mothers day</a:t>
            </a:r>
          </a:p>
          <a:p>
            <a:r>
              <a:rPr lang="en-US"/>
              <a:t/>
            </a:r>
          </a:p>
          <a:p>
            <a:r>
              <a:rPr lang="en-US"/>
              <a:t>concept = tout se transmet / revient à la mode / une boucle infinie </a:t>
            </a:r>
          </a:p>
          <a:p>
            <a:r>
              <a:rPr lang="en-US"/>
              <a:t>constat : maman +moi = parfait exemple --&gt; transmission et mélange de tradi (maman) + modernité (moi)</a:t>
            </a:r>
          </a:p>
          <a:p>
            <a:r>
              <a:rPr lang="en-US"/>
              <a:t>--&gt; cool mom = kids vibes</a:t>
            </a:r>
          </a:p>
          <a:p>
            <a:r>
              <a:rPr lang="en-US"/>
              <a:t>vision : unapologetically une femme avant d'être une maman --&gt; célébration de la femme / féminité / le pouvoir féminin = calm behind the chaos </a:t>
            </a:r>
          </a:p>
          <a:p>
            <a:r>
              <a:rPr lang="en-US"/>
              <a:t/>
            </a:r>
          </a:p>
          <a:p>
            <a:r>
              <a:rPr lang="en-US"/>
              <a:t>objectif : un samedi donc faire du salon l'activité du jour à passer en famille / la fin d'après midi avec les autres mamans </a:t>
            </a:r>
          </a:p>
          <a:p>
            <a:r>
              <a:rPr lang="en-US"/>
              <a:t/>
            </a:r>
          </a:p>
          <a:p>
            <a:r>
              <a:rPr lang="en-US"/>
              <a:t>mood : old school </a:t>
            </a:r>
          </a:p>
          <a:p>
            <a:r>
              <a:rPr lang="en-US"/>
              <a:t>atmosphere : red / vintage</a:t>
            </a:r>
          </a:p>
          <a:p>
            <a:r>
              <a:rPr lang="en-US"/>
              <a:t>live music </a:t>
            </a:r>
          </a:p>
          <a:p>
            <a:r>
              <a:rPr lang="en-US"/>
              <a:t>sunset dj set </a:t>
            </a:r>
          </a:p>
          <a:p>
            <a:r>
              <a:rPr lang="en-US"/>
              <a:t>coffee and matcha during the day / champ at night</a:t>
            </a:r>
          </a:p>
          <a:p>
            <a:r>
              <a:rPr lang="en-US"/>
              <a:t/>
            </a:r>
          </a:p>
          <a:p>
            <a:r>
              <a:rPr lang="en-US"/>
              <a:t>infinity bracelet / mom + daughter jewellery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 modern spin on mothers day</a:t>
            </a:r>
          </a:p>
          <a:p>
            <a:r>
              <a:rPr lang="en-US"/>
              <a:t/>
            </a:r>
          </a:p>
          <a:p>
            <a:r>
              <a:rPr lang="en-US"/>
              <a:t>concept = tout se transmet / revient à la mode / une boucle infinie </a:t>
            </a:r>
          </a:p>
          <a:p>
            <a:r>
              <a:rPr lang="en-US"/>
              <a:t>constat : maman +moi = parfait exemple --&gt; transmission et mélange de tradi (maman) + modernité (moi)</a:t>
            </a:r>
          </a:p>
          <a:p>
            <a:r>
              <a:rPr lang="en-US"/>
              <a:t>--&gt; cool mom = kids vibes</a:t>
            </a:r>
          </a:p>
          <a:p>
            <a:r>
              <a:rPr lang="en-US"/>
              <a:t>vision : unapologetically une femme avant d'être une maman --&gt; célébration de la femme / féminité / le pouvoir féminin = calm behind the chaos </a:t>
            </a:r>
          </a:p>
          <a:p>
            <a:r>
              <a:rPr lang="en-US"/>
              <a:t/>
            </a:r>
          </a:p>
          <a:p>
            <a:r>
              <a:rPr lang="en-US"/>
              <a:t>objectif : un samedi donc faire du salon l'activité du jour à passer en famille / la fin d'après midi avec les autres mamans </a:t>
            </a:r>
          </a:p>
          <a:p>
            <a:r>
              <a:rPr lang="en-US"/>
              <a:t/>
            </a:r>
          </a:p>
          <a:p>
            <a:r>
              <a:rPr lang="en-US"/>
              <a:t>mood : old school </a:t>
            </a:r>
          </a:p>
          <a:p>
            <a:r>
              <a:rPr lang="en-US"/>
              <a:t>atmosphere : red / vintage</a:t>
            </a:r>
          </a:p>
          <a:p>
            <a:r>
              <a:rPr lang="en-US"/>
              <a:t>live music </a:t>
            </a:r>
          </a:p>
          <a:p>
            <a:r>
              <a:rPr lang="en-US"/>
              <a:t>sunset dj set </a:t>
            </a:r>
          </a:p>
          <a:p>
            <a:r>
              <a:rPr lang="en-US"/>
              <a:t>coffee and matcha during the day / champ at night</a:t>
            </a:r>
          </a:p>
          <a:p>
            <a:r>
              <a:rPr lang="en-US"/>
              <a:t/>
            </a:r>
          </a:p>
          <a:p>
            <a:r>
              <a:rPr lang="en-US"/>
              <a:t>infinity bracelet / mom + daughter jewellery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 modern spin on mothers day</a:t>
            </a:r>
          </a:p>
          <a:p>
            <a:r>
              <a:rPr lang="en-US"/>
              <a:t/>
            </a:r>
          </a:p>
          <a:p>
            <a:r>
              <a:rPr lang="en-US"/>
              <a:t>concept = tout se transmet / revient à la mode / une boucle infinie </a:t>
            </a:r>
          </a:p>
          <a:p>
            <a:r>
              <a:rPr lang="en-US"/>
              <a:t>constat : maman +moi = parfait exemple --&gt; transmission et mélange de tradi (maman) + modernité (moi)</a:t>
            </a:r>
          </a:p>
          <a:p>
            <a:r>
              <a:rPr lang="en-US"/>
              <a:t>--&gt; cool mom = kids vibes</a:t>
            </a:r>
          </a:p>
          <a:p>
            <a:r>
              <a:rPr lang="en-US"/>
              <a:t>vision : unapologetically une femme avant d'être une maman --&gt; célébration de la femme / féminité / le pouvoir féminin = calm behind the chaos </a:t>
            </a:r>
          </a:p>
          <a:p>
            <a:r>
              <a:rPr lang="en-US"/>
              <a:t/>
            </a:r>
          </a:p>
          <a:p>
            <a:r>
              <a:rPr lang="en-US"/>
              <a:t>objectif : un samedi donc faire du salon l'activité du jour à passer en famille / la fin d'après midi avec les autres mamans </a:t>
            </a:r>
          </a:p>
          <a:p>
            <a:r>
              <a:rPr lang="en-US"/>
              <a:t/>
            </a:r>
          </a:p>
          <a:p>
            <a:r>
              <a:rPr lang="en-US"/>
              <a:t>mood : old school </a:t>
            </a:r>
          </a:p>
          <a:p>
            <a:r>
              <a:rPr lang="en-US"/>
              <a:t>atmosphere : red / vintage</a:t>
            </a:r>
          </a:p>
          <a:p>
            <a:r>
              <a:rPr lang="en-US"/>
              <a:t>live music </a:t>
            </a:r>
          </a:p>
          <a:p>
            <a:r>
              <a:rPr lang="en-US"/>
              <a:t>sunset dj set </a:t>
            </a:r>
          </a:p>
          <a:p>
            <a:r>
              <a:rPr lang="en-US"/>
              <a:t>coffee and matcha during the day / champ at night</a:t>
            </a:r>
          </a:p>
          <a:p>
            <a:r>
              <a:rPr lang="en-US"/>
              <a:t/>
            </a:r>
          </a:p>
          <a:p>
            <a:r>
              <a:rPr lang="en-US"/>
              <a:t>infinity bracelet / mom + daughter jewellery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 modern spin on mothers day</a:t>
            </a:r>
          </a:p>
          <a:p>
            <a:r>
              <a:rPr lang="en-US"/>
              <a:t/>
            </a:r>
          </a:p>
          <a:p>
            <a:r>
              <a:rPr lang="en-US"/>
              <a:t>concept = tout se transmet / revient à la mode / une boucle infinie </a:t>
            </a:r>
          </a:p>
          <a:p>
            <a:r>
              <a:rPr lang="en-US"/>
              <a:t>constat : maman +moi = parfait exemple --&gt; transmission et mélange de tradi (maman) + modernité (moi)</a:t>
            </a:r>
          </a:p>
          <a:p>
            <a:r>
              <a:rPr lang="en-US"/>
              <a:t>--&gt; cool mom = kids vibes</a:t>
            </a:r>
          </a:p>
          <a:p>
            <a:r>
              <a:rPr lang="en-US"/>
              <a:t>vision : unapologetically une femme avant d'être une maman --&gt; célébration de la femme / féminité / le pouvoir féminin = calm behind the chaos </a:t>
            </a:r>
          </a:p>
          <a:p>
            <a:r>
              <a:rPr lang="en-US"/>
              <a:t/>
            </a:r>
          </a:p>
          <a:p>
            <a:r>
              <a:rPr lang="en-US"/>
              <a:t>objectif : un samedi donc faire du salon l'activité du jour à passer en famille / la fin d'après midi avec les autres mamans </a:t>
            </a:r>
          </a:p>
          <a:p>
            <a:r>
              <a:rPr lang="en-US"/>
              <a:t/>
            </a:r>
          </a:p>
          <a:p>
            <a:r>
              <a:rPr lang="en-US"/>
              <a:t>mood : old school </a:t>
            </a:r>
          </a:p>
          <a:p>
            <a:r>
              <a:rPr lang="en-US"/>
              <a:t>atmosphere : red / vintage</a:t>
            </a:r>
          </a:p>
          <a:p>
            <a:r>
              <a:rPr lang="en-US"/>
              <a:t>live music </a:t>
            </a:r>
          </a:p>
          <a:p>
            <a:r>
              <a:rPr lang="en-US"/>
              <a:t>sunset dj set </a:t>
            </a:r>
          </a:p>
          <a:p>
            <a:r>
              <a:rPr lang="en-US"/>
              <a:t>coffee and matcha during the day / champ at night</a:t>
            </a:r>
          </a:p>
          <a:p>
            <a:r>
              <a:rPr lang="en-US"/>
              <a:t/>
            </a:r>
          </a:p>
          <a:p>
            <a:r>
              <a:rPr lang="en-US"/>
              <a:t>infinity bracelet / mom + daughter jewellery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 modern spin on mothers day</a:t>
            </a:r>
          </a:p>
          <a:p>
            <a:r>
              <a:rPr lang="en-US"/>
              <a:t/>
            </a:r>
          </a:p>
          <a:p>
            <a:r>
              <a:rPr lang="en-US"/>
              <a:t>concept = tout se transmet / revient à la mode / une boucle infinie </a:t>
            </a:r>
          </a:p>
          <a:p>
            <a:r>
              <a:rPr lang="en-US"/>
              <a:t>constat : maman +moi = parfait exemple --&gt; transmission et mélange de tradi (maman) + modernité (moi)</a:t>
            </a:r>
          </a:p>
          <a:p>
            <a:r>
              <a:rPr lang="en-US"/>
              <a:t>--&gt; cool mom = kids vibes</a:t>
            </a:r>
          </a:p>
          <a:p>
            <a:r>
              <a:rPr lang="en-US"/>
              <a:t>vision : unapologetically une femme avant d'être une maman --&gt; célébration de la femme / féminité / le pouvoir féminin = calm behind the chaos </a:t>
            </a:r>
          </a:p>
          <a:p>
            <a:r>
              <a:rPr lang="en-US"/>
              <a:t/>
            </a:r>
          </a:p>
          <a:p>
            <a:r>
              <a:rPr lang="en-US"/>
              <a:t>objectif : un samedi donc faire du salon l'activité du jour à passer en famille / la fin d'après midi avec les autres mamans </a:t>
            </a:r>
          </a:p>
          <a:p>
            <a:r>
              <a:rPr lang="en-US"/>
              <a:t/>
            </a:r>
          </a:p>
          <a:p>
            <a:r>
              <a:rPr lang="en-US"/>
              <a:t>mood : old school </a:t>
            </a:r>
          </a:p>
          <a:p>
            <a:r>
              <a:rPr lang="en-US"/>
              <a:t>atmosphere : red / vintage</a:t>
            </a:r>
          </a:p>
          <a:p>
            <a:r>
              <a:rPr lang="en-US"/>
              <a:t>live music </a:t>
            </a:r>
          </a:p>
          <a:p>
            <a:r>
              <a:rPr lang="en-US"/>
              <a:t>sunset dj set </a:t>
            </a:r>
          </a:p>
          <a:p>
            <a:r>
              <a:rPr lang="en-US"/>
              <a:t>coffee and matcha during the day / champ at night</a:t>
            </a:r>
          </a:p>
          <a:p>
            <a:r>
              <a:rPr lang="en-US"/>
              <a:t/>
            </a:r>
          </a:p>
          <a:p>
            <a:r>
              <a:rPr lang="en-US"/>
              <a:t>infinity bracelet / mom + daughter jewellery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https://www.saison-eshop.com" TargetMode="External" Type="http://schemas.openxmlformats.org/officeDocument/2006/relationships/hyperlink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Relationship Id="rId8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3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72022" y="1724594"/>
            <a:ext cx="12143956" cy="6837813"/>
          </a:xfrm>
          <a:custGeom>
            <a:avLst/>
            <a:gdLst/>
            <a:ahLst/>
            <a:cxnLst/>
            <a:rect r="r" b="b" t="t" l="l"/>
            <a:pathLst>
              <a:path h="6837813" w="12143956">
                <a:moveTo>
                  <a:pt x="0" y="0"/>
                </a:moveTo>
                <a:lnTo>
                  <a:pt x="12143956" y="0"/>
                </a:lnTo>
                <a:lnTo>
                  <a:pt x="12143956" y="6837812"/>
                </a:lnTo>
                <a:lnTo>
                  <a:pt x="0" y="68378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3843830" y="978527"/>
          <a:ext cx="10862195" cy="8279773"/>
        </p:xfrm>
        <a:graphic>
          <a:graphicData uri="http://schemas.openxmlformats.org/drawingml/2006/table">
            <a:tbl>
              <a:tblPr/>
              <a:tblGrid>
                <a:gridCol w="5431097"/>
                <a:gridCol w="5431097"/>
              </a:tblGrid>
              <a:tr h="161962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DATE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RENDU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6503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</a:t>
                      </a:r>
                      <a:r>
                        <a:rPr lang="en-US" sz="21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4/08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présentation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6503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07/06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</a:t>
                      </a:r>
                      <a:r>
                        <a:rPr lang="en-US" sz="21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ère ébauche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6503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10/06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2ème ébauche + test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6503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21/06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Go live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7389117" y="9391650"/>
            <a:ext cx="10508077" cy="789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978"/>
              </a:lnSpc>
            </a:pPr>
            <a:r>
              <a:rPr lang="en-US" sz="6100" spc="-384">
                <a:solidFill>
                  <a:srgbClr val="BD1E2B"/>
                </a:solidFill>
                <a:latin typeface="Montserrat"/>
                <a:ea typeface="Montserrat"/>
                <a:cs typeface="Montserrat"/>
                <a:sym typeface="Montserrat"/>
              </a:rPr>
              <a:t>timeline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691922" y="8830243"/>
            <a:ext cx="5314394" cy="1018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44"/>
              </a:lnSpc>
            </a:pPr>
            <a:r>
              <a:rPr lang="en-US" sz="7800" spc="-491">
                <a:solidFill>
                  <a:srgbClr val="BD1E2B"/>
                </a:solidFill>
                <a:latin typeface="Montserrat"/>
                <a:ea typeface="Montserrat"/>
                <a:cs typeface="Montserrat"/>
                <a:sym typeface="Montserrat"/>
              </a:rPr>
              <a:t>site web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08447" y="4404419"/>
            <a:ext cx="1527110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BD1E2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lien exemple : </a:t>
            </a:r>
            <a:r>
              <a:rPr lang="en-US" b="true" sz="5199" u="sng">
                <a:solidFill>
                  <a:srgbClr val="BD1E2B"/>
                </a:solidFill>
                <a:latin typeface="Open Sans Bold"/>
                <a:ea typeface="Open Sans Bold"/>
                <a:cs typeface="Open Sans Bold"/>
                <a:sym typeface="Open Sans Bold"/>
                <a:hlinkClick r:id="rId3" tooltip="https://www.saison-eshop.com"/>
              </a:rPr>
              <a:t>https://www.saison-eshop.com/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691922" y="8830243"/>
            <a:ext cx="5314394" cy="1018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44"/>
              </a:lnSpc>
            </a:pPr>
            <a:r>
              <a:rPr lang="en-US" sz="7800" spc="-491">
                <a:solidFill>
                  <a:srgbClr val="BD1E2B"/>
                </a:solidFill>
                <a:latin typeface="Montserrat"/>
                <a:ea typeface="Montserrat"/>
                <a:cs typeface="Montserrat"/>
                <a:sym typeface="Montserrat"/>
              </a:rPr>
              <a:t>intro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38449" y="1742669"/>
            <a:ext cx="9119463" cy="6109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4"/>
              </a:lnSpc>
            </a:pPr>
            <a:r>
              <a:rPr lang="en-US" sz="3567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Ifleur</a:t>
            </a:r>
          </a:p>
          <a:p>
            <a:pPr algn="l">
              <a:lnSpc>
                <a:spcPts val="2881"/>
              </a:lnSpc>
            </a:pPr>
            <a:r>
              <a:rPr lang="en-US" sz="205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Fleuriste spécialisée dans les anthuriums. </a:t>
            </a:r>
          </a:p>
          <a:p>
            <a:pPr algn="l">
              <a:lnSpc>
                <a:spcPts val="2881"/>
              </a:lnSpc>
            </a:pPr>
            <a:r>
              <a:rPr lang="en-US" sz="205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Une fleur tropicale au caractère sculptural, vous serait séduit par ses lignes graphiques, son éclat et sa longévité. À la frontière entre nature et architecture, elle incarne une élégance singulière, contemporaine et intemporelle.</a:t>
            </a:r>
          </a:p>
          <a:p>
            <a:pPr algn="l">
              <a:lnSpc>
                <a:spcPts val="2881"/>
              </a:lnSpc>
            </a:pPr>
            <a:r>
              <a:rPr lang="en-US" sz="205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  <a:p>
            <a:pPr algn="l">
              <a:lnSpc>
                <a:spcPts val="2881"/>
              </a:lnSpc>
            </a:pPr>
            <a:r>
              <a:rPr lang="en-US" sz="205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Nos bouquets sont confectionnés également à partir des fleurs de saison disponible ce jour. Ils peuvent donc varier selon les disponibilités et les saisons.</a:t>
            </a:r>
          </a:p>
          <a:p>
            <a:pPr algn="l">
              <a:lnSpc>
                <a:spcPts val="2881"/>
              </a:lnSpc>
            </a:pPr>
          </a:p>
          <a:p>
            <a:pPr algn="l">
              <a:lnSpc>
                <a:spcPts val="2881"/>
              </a:lnSpc>
            </a:pPr>
            <a:r>
              <a:rPr lang="en-US" sz="205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Prise de commande en 24h. Pour une commande le jour même merci de nous contacter au : +261 34 04 764 14.</a:t>
            </a:r>
          </a:p>
          <a:p>
            <a:pPr algn="l">
              <a:lnSpc>
                <a:spcPts val="2881"/>
              </a:lnSpc>
            </a:pPr>
            <a:r>
              <a:rPr lang="en-US" sz="205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Pour toute demande de fleurs coupées ou de pots d’anthuriums, veuillez nous contacter au : +261 34 04 764 14.</a:t>
            </a:r>
          </a:p>
          <a:p>
            <a:pPr algn="l">
              <a:lnSpc>
                <a:spcPts val="2881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419649" y="1516498"/>
            <a:ext cx="7586667" cy="6580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8"/>
              </a:lnSpc>
              <a:spcBef>
                <a:spcPct val="0"/>
              </a:spcBef>
            </a:pPr>
            <a:r>
              <a:rPr lang="en-US" sz="235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florist specializing in anthuriums.</a:t>
            </a:r>
          </a:p>
          <a:p>
            <a:pPr algn="l">
              <a:lnSpc>
                <a:spcPts val="3298"/>
              </a:lnSpc>
              <a:spcBef>
                <a:spcPct val="0"/>
              </a:spcBef>
            </a:pPr>
            <a:r>
              <a:rPr lang="en-US" sz="235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tropical flower with a sculptural character, you will be captivated by its graphic lines, vibrant beauty, and exceptional longevity. At the crossroads of nature and architecture, it embodies a distinctive elegance that is both contemporary and timeless.</a:t>
            </a:r>
          </a:p>
          <a:p>
            <a:pPr algn="l">
              <a:lnSpc>
                <a:spcPts val="3298"/>
              </a:lnSpc>
              <a:spcBef>
                <a:spcPct val="0"/>
              </a:spcBef>
            </a:pPr>
          </a:p>
          <a:p>
            <a:pPr algn="l">
              <a:lnSpc>
                <a:spcPts val="3298"/>
              </a:lnSpc>
              <a:spcBef>
                <a:spcPct val="0"/>
              </a:spcBef>
            </a:pPr>
            <a:r>
              <a:rPr lang="en-US" sz="235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Our bouquets are also crafted using seasonal flowers available on the day. They may therefore vary depending on availability and the season.</a:t>
            </a:r>
          </a:p>
          <a:p>
            <a:pPr algn="l">
              <a:lnSpc>
                <a:spcPts val="3298"/>
              </a:lnSpc>
              <a:spcBef>
                <a:spcPct val="0"/>
              </a:spcBef>
            </a:pPr>
          </a:p>
          <a:p>
            <a:pPr algn="l">
              <a:lnSpc>
                <a:spcPts val="3298"/>
              </a:lnSpc>
              <a:spcBef>
                <a:spcPct val="0"/>
              </a:spcBef>
            </a:pPr>
            <a:r>
              <a:rPr lang="en-US" sz="235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Orders must be placed at least 24 hours in advance. For same-day orders, please contact us at: +261 34 04 764 14.</a:t>
            </a:r>
          </a:p>
          <a:p>
            <a:pPr algn="l">
              <a:lnSpc>
                <a:spcPts val="3298"/>
              </a:lnSpc>
              <a:spcBef>
                <a:spcPct val="0"/>
              </a:spcBef>
            </a:pPr>
            <a:r>
              <a:rPr lang="en-US" sz="235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For any requests regarding cut flowers or potted anthuriums, please contact us at: +261 34 04 764 14.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57735" y="3704623"/>
            <a:ext cx="11003541" cy="2669406"/>
          </a:xfrm>
          <a:custGeom>
            <a:avLst/>
            <a:gdLst/>
            <a:ahLst/>
            <a:cxnLst/>
            <a:rect r="r" b="b" t="t" l="l"/>
            <a:pathLst>
              <a:path h="2669406" w="11003541">
                <a:moveTo>
                  <a:pt x="0" y="0"/>
                </a:moveTo>
                <a:lnTo>
                  <a:pt x="11003541" y="0"/>
                </a:lnTo>
                <a:lnTo>
                  <a:pt x="11003541" y="2669407"/>
                </a:lnTo>
                <a:lnTo>
                  <a:pt x="0" y="26694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540622" y="5536752"/>
            <a:ext cx="10820654" cy="1045625"/>
            <a:chOff x="0" y="0"/>
            <a:chExt cx="2849884" cy="27539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49884" cy="275391"/>
            </a:xfrm>
            <a:custGeom>
              <a:avLst/>
              <a:gdLst/>
              <a:ahLst/>
              <a:cxnLst/>
              <a:rect r="r" b="b" t="t" l="l"/>
              <a:pathLst>
                <a:path h="275391" w="2849884">
                  <a:moveTo>
                    <a:pt x="0" y="0"/>
                  </a:moveTo>
                  <a:lnTo>
                    <a:pt x="2849884" y="0"/>
                  </a:lnTo>
                  <a:lnTo>
                    <a:pt x="2849884" y="275391"/>
                  </a:lnTo>
                  <a:lnTo>
                    <a:pt x="0" y="2753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49884" cy="3134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2691922" y="8830243"/>
            <a:ext cx="5314394" cy="1018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44"/>
              </a:lnSpc>
            </a:pPr>
            <a:r>
              <a:rPr lang="en-US" sz="7800" spc="-491">
                <a:solidFill>
                  <a:srgbClr val="BD1E2B"/>
                </a:solidFill>
                <a:latin typeface="Montserrat"/>
                <a:ea typeface="Montserrat"/>
                <a:cs typeface="Montserrat"/>
                <a:sym typeface="Montserrat"/>
              </a:rPr>
              <a:t>taille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79507" y="5538231"/>
            <a:ext cx="2032794" cy="521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80 000ar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344196" y="5538231"/>
            <a:ext cx="2032794" cy="521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120 000ar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80288" y="5538231"/>
            <a:ext cx="2032794" cy="521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150 000ar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132207" y="5538231"/>
            <a:ext cx="2929078" cy="521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min. 200 000ar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208104" y="5538231"/>
            <a:ext cx="2032794" cy="521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100 000ar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73628" y="4454100"/>
            <a:ext cx="1044552" cy="1044552"/>
            <a:chOff x="0" y="0"/>
            <a:chExt cx="1392736" cy="139273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92736" cy="1392736"/>
            </a:xfrm>
            <a:custGeom>
              <a:avLst/>
              <a:gdLst/>
              <a:ahLst/>
              <a:cxnLst/>
              <a:rect r="r" b="b" t="t" l="l"/>
              <a:pathLst>
                <a:path h="1392736" w="1392736">
                  <a:moveTo>
                    <a:pt x="0" y="0"/>
                  </a:moveTo>
                  <a:lnTo>
                    <a:pt x="1392736" y="0"/>
                  </a:lnTo>
                  <a:lnTo>
                    <a:pt x="1392736" y="1392736"/>
                  </a:lnTo>
                  <a:lnTo>
                    <a:pt x="0" y="1392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297211" y="420990"/>
              <a:ext cx="798314" cy="5031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mini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2118180" y="4976376"/>
            <a:ext cx="156387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70745" y="3487811"/>
            <a:ext cx="13300835" cy="3069423"/>
          </a:xfrm>
          <a:custGeom>
            <a:avLst/>
            <a:gdLst/>
            <a:ahLst/>
            <a:cxnLst/>
            <a:rect r="r" b="b" t="t" l="l"/>
            <a:pathLst>
              <a:path h="3069423" w="13300835">
                <a:moveTo>
                  <a:pt x="0" y="0"/>
                </a:moveTo>
                <a:lnTo>
                  <a:pt x="13300834" y="0"/>
                </a:lnTo>
                <a:lnTo>
                  <a:pt x="13300834" y="3069423"/>
                </a:lnTo>
                <a:lnTo>
                  <a:pt x="0" y="30694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054748" y="5733451"/>
            <a:ext cx="12716831" cy="1045625"/>
            <a:chOff x="0" y="0"/>
            <a:chExt cx="3349289" cy="27539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349289" cy="275391"/>
            </a:xfrm>
            <a:custGeom>
              <a:avLst/>
              <a:gdLst/>
              <a:ahLst/>
              <a:cxnLst/>
              <a:rect r="r" b="b" t="t" l="l"/>
              <a:pathLst>
                <a:path h="275391" w="3349289">
                  <a:moveTo>
                    <a:pt x="0" y="0"/>
                  </a:moveTo>
                  <a:lnTo>
                    <a:pt x="3349289" y="0"/>
                  </a:lnTo>
                  <a:lnTo>
                    <a:pt x="3349289" y="275391"/>
                  </a:lnTo>
                  <a:lnTo>
                    <a:pt x="0" y="2753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349289" cy="3134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6814304" y="4324166"/>
            <a:ext cx="1303194" cy="1303194"/>
          </a:xfrm>
          <a:custGeom>
            <a:avLst/>
            <a:gdLst/>
            <a:ahLst/>
            <a:cxnLst/>
            <a:rect r="r" b="b" t="t" l="l"/>
            <a:pathLst>
              <a:path h="1303194" w="1303194">
                <a:moveTo>
                  <a:pt x="0" y="0"/>
                </a:moveTo>
                <a:lnTo>
                  <a:pt x="1303194" y="0"/>
                </a:lnTo>
                <a:lnTo>
                  <a:pt x="1303194" y="1303194"/>
                </a:lnTo>
                <a:lnTo>
                  <a:pt x="0" y="13031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691922" y="8830243"/>
            <a:ext cx="5314394" cy="1018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44"/>
              </a:lnSpc>
            </a:pPr>
            <a:r>
              <a:rPr lang="en-US" sz="7800" spc="-491">
                <a:solidFill>
                  <a:srgbClr val="BD1E2B"/>
                </a:solidFill>
                <a:latin typeface="Montserrat"/>
                <a:ea typeface="Montserrat"/>
                <a:cs typeface="Montserrat"/>
                <a:sym typeface="Montserrat"/>
              </a:rPr>
              <a:t>couleur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839812" y="5744454"/>
            <a:ext cx="2389015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39"/>
              </a:lnSpc>
              <a:spcBef>
                <a:spcPct val="0"/>
              </a:spcBef>
            </a:pPr>
            <a:r>
              <a:rPr lang="en-US" sz="3099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pastel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606324" y="5744454"/>
            <a:ext cx="2389015" cy="1054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39"/>
              </a:lnSpc>
              <a:spcBef>
                <a:spcPct val="0"/>
              </a:spcBef>
            </a:pPr>
            <a:r>
              <a:rPr lang="en-US" sz="3099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chaud / warm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547789" y="5744454"/>
            <a:ext cx="3269466" cy="1054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39"/>
              </a:lnSpc>
              <a:spcBef>
                <a:spcPct val="0"/>
              </a:spcBef>
            </a:pPr>
            <a:r>
              <a:rPr lang="en-US" sz="3099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surprenez-moi ! / surprise me !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784408" y="5744454"/>
            <a:ext cx="3269466" cy="159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39"/>
              </a:lnSpc>
              <a:spcBef>
                <a:spcPct val="0"/>
              </a:spcBef>
            </a:pPr>
            <a:r>
              <a:rPr lang="en-US" sz="3099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neutre ( vert &amp; blanc ) / neutral (green &amp; white)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3538308" y="4324166"/>
            <a:ext cx="1303194" cy="1303194"/>
          </a:xfrm>
          <a:custGeom>
            <a:avLst/>
            <a:gdLst/>
            <a:ahLst/>
            <a:cxnLst/>
            <a:rect r="r" b="b" t="t" l="l"/>
            <a:pathLst>
              <a:path h="1303194" w="1303194">
                <a:moveTo>
                  <a:pt x="0" y="0"/>
                </a:moveTo>
                <a:lnTo>
                  <a:pt x="1303194" y="0"/>
                </a:lnTo>
                <a:lnTo>
                  <a:pt x="1303194" y="1303194"/>
                </a:lnTo>
                <a:lnTo>
                  <a:pt x="0" y="13031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149234" y="4324166"/>
            <a:ext cx="1303194" cy="1303194"/>
          </a:xfrm>
          <a:custGeom>
            <a:avLst/>
            <a:gdLst/>
            <a:ahLst/>
            <a:cxnLst/>
            <a:rect r="r" b="b" t="t" l="l"/>
            <a:pathLst>
              <a:path h="1303194" w="1303194">
                <a:moveTo>
                  <a:pt x="0" y="0"/>
                </a:moveTo>
                <a:lnTo>
                  <a:pt x="1303195" y="0"/>
                </a:lnTo>
                <a:lnTo>
                  <a:pt x="1303195" y="1303194"/>
                </a:lnTo>
                <a:lnTo>
                  <a:pt x="0" y="13031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481254" y="4324166"/>
            <a:ext cx="1303194" cy="1303194"/>
          </a:xfrm>
          <a:custGeom>
            <a:avLst/>
            <a:gdLst/>
            <a:ahLst/>
            <a:cxnLst/>
            <a:rect r="r" b="b" t="t" l="l"/>
            <a:pathLst>
              <a:path h="1303194" w="1303194">
                <a:moveTo>
                  <a:pt x="0" y="0"/>
                </a:moveTo>
                <a:lnTo>
                  <a:pt x="1303194" y="0"/>
                </a:lnTo>
                <a:lnTo>
                  <a:pt x="1303194" y="1303194"/>
                </a:lnTo>
                <a:lnTo>
                  <a:pt x="0" y="130319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3541476" y="4324166"/>
            <a:ext cx="1182750" cy="1478437"/>
          </a:xfrm>
          <a:custGeom>
            <a:avLst/>
            <a:gdLst/>
            <a:ahLst/>
            <a:cxnLst/>
            <a:rect r="r" b="b" t="t" l="l"/>
            <a:pathLst>
              <a:path h="1478437" w="1182750">
                <a:moveTo>
                  <a:pt x="0" y="0"/>
                </a:moveTo>
                <a:lnTo>
                  <a:pt x="1182750" y="0"/>
                </a:lnTo>
                <a:lnTo>
                  <a:pt x="1182750" y="1478437"/>
                </a:lnTo>
                <a:lnTo>
                  <a:pt x="0" y="147843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83619" y="3476598"/>
            <a:ext cx="14378792" cy="2960936"/>
          </a:xfrm>
          <a:custGeom>
            <a:avLst/>
            <a:gdLst/>
            <a:ahLst/>
            <a:cxnLst/>
            <a:rect r="r" b="b" t="t" l="l"/>
            <a:pathLst>
              <a:path h="2960936" w="14378792">
                <a:moveTo>
                  <a:pt x="0" y="0"/>
                </a:moveTo>
                <a:lnTo>
                  <a:pt x="14378792" y="0"/>
                </a:lnTo>
                <a:lnTo>
                  <a:pt x="14378792" y="2960936"/>
                </a:lnTo>
                <a:lnTo>
                  <a:pt x="0" y="29609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691922" y="8830243"/>
            <a:ext cx="5314394" cy="1018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44"/>
              </a:lnSpc>
            </a:pPr>
            <a:r>
              <a:rPr lang="en-US" sz="7800" spc="-491">
                <a:solidFill>
                  <a:srgbClr val="BD1E2B"/>
                </a:solidFill>
                <a:latin typeface="Montserrat"/>
                <a:ea typeface="Montserrat"/>
                <a:cs typeface="Montserrat"/>
                <a:sym typeface="Montserrat"/>
              </a:rPr>
              <a:t>vase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4777459" y="4957066"/>
            <a:ext cx="1192210" cy="549808"/>
            <a:chOff x="0" y="0"/>
            <a:chExt cx="313998" cy="14480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13998" cy="144805"/>
            </a:xfrm>
            <a:custGeom>
              <a:avLst/>
              <a:gdLst/>
              <a:ahLst/>
              <a:cxnLst/>
              <a:rect r="r" b="b" t="t" l="l"/>
              <a:pathLst>
                <a:path h="144805" w="313998">
                  <a:moveTo>
                    <a:pt x="0" y="0"/>
                  </a:moveTo>
                  <a:lnTo>
                    <a:pt x="313998" y="0"/>
                  </a:lnTo>
                  <a:lnTo>
                    <a:pt x="313998" y="144805"/>
                  </a:lnTo>
                  <a:lnTo>
                    <a:pt x="0" y="14480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13998" cy="182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512425" y="5468774"/>
            <a:ext cx="1942358" cy="396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+ 20 000ar)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69638" y="3792683"/>
            <a:ext cx="10948724" cy="2701633"/>
          </a:xfrm>
          <a:custGeom>
            <a:avLst/>
            <a:gdLst/>
            <a:ahLst/>
            <a:cxnLst/>
            <a:rect r="r" b="b" t="t" l="l"/>
            <a:pathLst>
              <a:path h="2701633" w="10948724">
                <a:moveTo>
                  <a:pt x="0" y="0"/>
                </a:moveTo>
                <a:lnTo>
                  <a:pt x="10948724" y="0"/>
                </a:lnTo>
                <a:lnTo>
                  <a:pt x="10948724" y="2701634"/>
                </a:lnTo>
                <a:lnTo>
                  <a:pt x="0" y="27016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691922" y="8830243"/>
            <a:ext cx="5314394" cy="1018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44"/>
              </a:lnSpc>
            </a:pPr>
            <a:r>
              <a:rPr lang="en-US" sz="7800" spc="-491">
                <a:solidFill>
                  <a:srgbClr val="BD1E2B"/>
                </a:solidFill>
                <a:latin typeface="Montserrat"/>
                <a:ea typeface="Montserrat"/>
                <a:cs typeface="Montserrat"/>
                <a:sym typeface="Montserrat"/>
              </a:rPr>
              <a:t>message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691922" y="8830243"/>
            <a:ext cx="5314394" cy="1018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44"/>
              </a:lnSpc>
            </a:pPr>
            <a:r>
              <a:rPr lang="en-US" sz="7800" spc="-491">
                <a:solidFill>
                  <a:srgbClr val="BD1E2B"/>
                </a:solidFill>
                <a:latin typeface="Montserrat"/>
                <a:ea typeface="Montserrat"/>
                <a:cs typeface="Montserrat"/>
                <a:sym typeface="Montserrat"/>
              </a:rPr>
              <a:t>date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241877" y="2411608"/>
            <a:ext cx="10221447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4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5 - DATE DE LIVRAISON SOUHAITÉE</a:t>
            </a:r>
          </a:p>
        </p:txBody>
      </p:sp>
      <p:sp>
        <p:nvSpPr>
          <p:cNvPr name="AutoShape 4" id="4"/>
          <p:cNvSpPr/>
          <p:nvPr/>
        </p:nvSpPr>
        <p:spPr>
          <a:xfrm>
            <a:off x="3241877" y="3431021"/>
            <a:ext cx="10534414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829937" y="3611996"/>
            <a:ext cx="14976570" cy="29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ommande en ligne acceptée au minimum 24h à l'avance. Pour une livraison le jour même, merci de nous contacter au : +261 34 04 764 14.</a:t>
            </a:r>
          </a:p>
          <a:p>
            <a:pPr algn="just">
              <a:lnSpc>
                <a:spcPts val="4759"/>
              </a:lnSpc>
            </a:pP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Online orders must be placed at least 24 hours in advance.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For same-day delivery, please contact us at +261 34 04 764 14.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29937" y="7021312"/>
            <a:ext cx="448121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dd/mm/y + calendrier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93518" y="683024"/>
            <a:ext cx="12462824" cy="4344184"/>
          </a:xfrm>
          <a:custGeom>
            <a:avLst/>
            <a:gdLst/>
            <a:ahLst/>
            <a:cxnLst/>
            <a:rect r="r" b="b" t="t" l="l"/>
            <a:pathLst>
              <a:path h="4344184" w="12462824">
                <a:moveTo>
                  <a:pt x="0" y="0"/>
                </a:moveTo>
                <a:lnTo>
                  <a:pt x="12462824" y="0"/>
                </a:lnTo>
                <a:lnTo>
                  <a:pt x="12462824" y="4344184"/>
                </a:lnTo>
                <a:lnTo>
                  <a:pt x="0" y="43441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844187" y="2265559"/>
            <a:ext cx="6251697" cy="589557"/>
            <a:chOff x="0" y="0"/>
            <a:chExt cx="1646538" cy="15527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46538" cy="155274"/>
            </a:xfrm>
            <a:custGeom>
              <a:avLst/>
              <a:gdLst/>
              <a:ahLst/>
              <a:cxnLst/>
              <a:rect r="r" b="b" t="t" l="l"/>
              <a:pathLst>
                <a:path h="155274" w="1646538">
                  <a:moveTo>
                    <a:pt x="0" y="0"/>
                  </a:moveTo>
                  <a:lnTo>
                    <a:pt x="1646538" y="0"/>
                  </a:lnTo>
                  <a:lnTo>
                    <a:pt x="1646538" y="155274"/>
                  </a:lnTo>
                  <a:lnTo>
                    <a:pt x="0" y="15527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646538" cy="1933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855044" y="2265559"/>
            <a:ext cx="5660532" cy="551417"/>
            <a:chOff x="0" y="0"/>
            <a:chExt cx="1490840" cy="1452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90840" cy="145229"/>
            </a:xfrm>
            <a:custGeom>
              <a:avLst/>
              <a:gdLst/>
              <a:ahLst/>
              <a:cxnLst/>
              <a:rect r="r" b="b" t="t" l="l"/>
              <a:pathLst>
                <a:path h="145229" w="1490840">
                  <a:moveTo>
                    <a:pt x="0" y="0"/>
                  </a:moveTo>
                  <a:lnTo>
                    <a:pt x="1490840" y="0"/>
                  </a:lnTo>
                  <a:lnTo>
                    <a:pt x="1490840" y="145229"/>
                  </a:lnTo>
                  <a:lnTo>
                    <a:pt x="0" y="14522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90840" cy="1833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188799" y="3078359"/>
            <a:ext cx="12167543" cy="1823661"/>
            <a:chOff x="0" y="0"/>
            <a:chExt cx="3204620" cy="48030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204620" cy="480306"/>
            </a:xfrm>
            <a:custGeom>
              <a:avLst/>
              <a:gdLst/>
              <a:ahLst/>
              <a:cxnLst/>
              <a:rect r="r" b="b" t="t" l="l"/>
              <a:pathLst>
                <a:path h="480306" w="3204620">
                  <a:moveTo>
                    <a:pt x="0" y="0"/>
                  </a:moveTo>
                  <a:lnTo>
                    <a:pt x="3204620" y="0"/>
                  </a:lnTo>
                  <a:lnTo>
                    <a:pt x="3204620" y="480306"/>
                  </a:lnTo>
                  <a:lnTo>
                    <a:pt x="0" y="4803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204620" cy="518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2558418" y="5143500"/>
            <a:ext cx="10959060" cy="4946261"/>
          </a:xfrm>
          <a:custGeom>
            <a:avLst/>
            <a:gdLst/>
            <a:ahLst/>
            <a:cxnLst/>
            <a:rect r="r" b="b" t="t" l="l"/>
            <a:pathLst>
              <a:path h="4946261" w="10959060">
                <a:moveTo>
                  <a:pt x="0" y="0"/>
                </a:moveTo>
                <a:lnTo>
                  <a:pt x="10959060" y="0"/>
                </a:lnTo>
                <a:lnTo>
                  <a:pt x="10959060" y="4946261"/>
                </a:lnTo>
                <a:lnTo>
                  <a:pt x="0" y="4946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6006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2893518" y="9487563"/>
            <a:ext cx="8349383" cy="360718"/>
            <a:chOff x="0" y="0"/>
            <a:chExt cx="2199014" cy="9500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9014" cy="95004"/>
            </a:xfrm>
            <a:custGeom>
              <a:avLst/>
              <a:gdLst/>
              <a:ahLst/>
              <a:cxnLst/>
              <a:rect r="r" b="b" t="t" l="l"/>
              <a:pathLst>
                <a:path h="95004" w="2199014">
                  <a:moveTo>
                    <a:pt x="0" y="0"/>
                  </a:moveTo>
                  <a:lnTo>
                    <a:pt x="2199014" y="0"/>
                  </a:lnTo>
                  <a:lnTo>
                    <a:pt x="2199014" y="95004"/>
                  </a:lnTo>
                  <a:lnTo>
                    <a:pt x="0" y="95004"/>
                  </a:ln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199014" cy="1331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2691922" y="8830243"/>
            <a:ext cx="5314394" cy="1018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44"/>
              </a:lnSpc>
            </a:pPr>
            <a:r>
              <a:rPr lang="en-US" sz="7800" spc="-491">
                <a:solidFill>
                  <a:srgbClr val="BD1E2B"/>
                </a:solidFill>
                <a:latin typeface="Montserrat"/>
                <a:ea typeface="Montserrat"/>
                <a:cs typeface="Montserrat"/>
                <a:sym typeface="Montserrat"/>
              </a:rPr>
              <a:t>livraison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855044" y="2208409"/>
            <a:ext cx="4916807" cy="1308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Autre quartiers ( veuillez nous indiquer ci-dessous, notez que des frais peuvent s’appliquer 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844187" y="2208409"/>
            <a:ext cx="6251697" cy="2622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Antananarivo (menu avec Ivandry, Ankorondrano, Ambatobe, Nanisana, Ankerana, Analakely, Behoririka, Alarobia, Andraharo, Isoraka, Antaninarina, Antanimena, Analamahisty, Cité Planton, Betongolo, Mahamasina, )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5486861" y="8133444"/>
            <a:ext cx="4096803" cy="398858"/>
            <a:chOff x="0" y="0"/>
            <a:chExt cx="1078993" cy="10504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78993" cy="105049"/>
            </a:xfrm>
            <a:custGeom>
              <a:avLst/>
              <a:gdLst/>
              <a:ahLst/>
              <a:cxnLst/>
              <a:rect r="r" b="b" t="t" l="l"/>
              <a:pathLst>
                <a:path h="105049" w="1078993">
                  <a:moveTo>
                    <a:pt x="0" y="0"/>
                  </a:moveTo>
                  <a:lnTo>
                    <a:pt x="1078993" y="0"/>
                  </a:lnTo>
                  <a:lnTo>
                    <a:pt x="1078993" y="105049"/>
                  </a:lnTo>
                  <a:lnTo>
                    <a:pt x="0" y="105049"/>
                  </a:ln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078993" cy="1431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5486861" y="8134436"/>
            <a:ext cx="7147981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8DA2B9"/>
                </a:solidFill>
                <a:latin typeface="Open Sans"/>
                <a:ea typeface="Open Sans"/>
                <a:cs typeface="Open Sans"/>
                <a:sym typeface="Open Sans"/>
              </a:rPr>
              <a:t>( étage, numéro appartement, numéro de villa 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204491" y="3719109"/>
            <a:ext cx="4916807" cy="1308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BD1E2B"/>
                </a:solidFill>
                <a:latin typeface="Open Sans"/>
                <a:ea typeface="Open Sans"/>
                <a:cs typeface="Open Sans"/>
                <a:sym typeface="Open Sans"/>
              </a:rPr>
              <a:t>ajouter + 20 000ar direct dans le paiment quand c’est Ivato, Iavoloha, Ilafy, Ambohibao, etc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67914" y="2074051"/>
            <a:ext cx="10952172" cy="6138898"/>
          </a:xfrm>
          <a:custGeom>
            <a:avLst/>
            <a:gdLst/>
            <a:ahLst/>
            <a:cxnLst/>
            <a:rect r="r" b="b" t="t" l="l"/>
            <a:pathLst>
              <a:path h="6138898" w="10952172">
                <a:moveTo>
                  <a:pt x="0" y="0"/>
                </a:moveTo>
                <a:lnTo>
                  <a:pt x="10952172" y="0"/>
                </a:lnTo>
                <a:lnTo>
                  <a:pt x="10952172" y="6138898"/>
                </a:lnTo>
                <a:lnTo>
                  <a:pt x="0" y="61388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691922" y="8830243"/>
            <a:ext cx="5314394" cy="1018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44"/>
              </a:lnSpc>
            </a:pPr>
            <a:r>
              <a:rPr lang="en-US" sz="7800" spc="-491">
                <a:solidFill>
                  <a:srgbClr val="BD1E2B"/>
                </a:solidFill>
                <a:latin typeface="Montserrat"/>
                <a:ea typeface="Montserrat"/>
                <a:cs typeface="Montserrat"/>
                <a:sym typeface="Montserrat"/>
              </a:rPr>
              <a:t>facturation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645856" y="1211194"/>
            <a:ext cx="8996288" cy="6854918"/>
          </a:xfrm>
          <a:custGeom>
            <a:avLst/>
            <a:gdLst/>
            <a:ahLst/>
            <a:cxnLst/>
            <a:rect r="r" b="b" t="t" l="l"/>
            <a:pathLst>
              <a:path h="6854918" w="8996288">
                <a:moveTo>
                  <a:pt x="0" y="0"/>
                </a:moveTo>
                <a:lnTo>
                  <a:pt x="8996288" y="0"/>
                </a:lnTo>
                <a:lnTo>
                  <a:pt x="8996288" y="6854918"/>
                </a:lnTo>
                <a:lnTo>
                  <a:pt x="0" y="68549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691922" y="8830243"/>
            <a:ext cx="5314394" cy="1018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44"/>
              </a:lnSpc>
            </a:pPr>
            <a:r>
              <a:rPr lang="en-US" sz="7800" spc="-491">
                <a:solidFill>
                  <a:srgbClr val="BD1E2B"/>
                </a:solidFill>
                <a:latin typeface="Montserrat"/>
                <a:ea typeface="Montserrat"/>
                <a:cs typeface="Montserrat"/>
                <a:sym typeface="Montserrat"/>
              </a:rPr>
              <a:t>recap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64470" y="1472987"/>
            <a:ext cx="10959060" cy="3527054"/>
          </a:xfrm>
          <a:custGeom>
            <a:avLst/>
            <a:gdLst/>
            <a:ahLst/>
            <a:cxnLst/>
            <a:rect r="r" b="b" t="t" l="l"/>
            <a:pathLst>
              <a:path h="3527054" w="10959060">
                <a:moveTo>
                  <a:pt x="0" y="0"/>
                </a:moveTo>
                <a:lnTo>
                  <a:pt x="10959060" y="0"/>
                </a:lnTo>
                <a:lnTo>
                  <a:pt x="10959060" y="3527053"/>
                </a:lnTo>
                <a:lnTo>
                  <a:pt x="0" y="35270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006964" y="2828245"/>
            <a:ext cx="12274072" cy="2160751"/>
            <a:chOff x="0" y="0"/>
            <a:chExt cx="3589995" cy="63198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589994" cy="631989"/>
            </a:xfrm>
            <a:custGeom>
              <a:avLst/>
              <a:gdLst/>
              <a:ahLst/>
              <a:cxnLst/>
              <a:rect r="r" b="b" t="t" l="l"/>
              <a:pathLst>
                <a:path h="631989" w="3589994">
                  <a:moveTo>
                    <a:pt x="0" y="0"/>
                  </a:moveTo>
                  <a:lnTo>
                    <a:pt x="3589994" y="0"/>
                  </a:lnTo>
                  <a:lnTo>
                    <a:pt x="3589994" y="631989"/>
                  </a:lnTo>
                  <a:lnTo>
                    <a:pt x="0" y="63198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589995" cy="6700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2691922" y="8830243"/>
            <a:ext cx="5314394" cy="1018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44"/>
              </a:lnSpc>
            </a:pPr>
            <a:r>
              <a:rPr lang="en-US" sz="7800" spc="-491">
                <a:solidFill>
                  <a:srgbClr val="BD1E2B"/>
                </a:solidFill>
                <a:latin typeface="Montserrat"/>
                <a:ea typeface="Montserrat"/>
                <a:cs typeface="Montserrat"/>
                <a:sym typeface="Montserrat"/>
              </a:rPr>
              <a:t>faq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459399" y="3068173"/>
            <a:ext cx="11163186" cy="2669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9"/>
              </a:lnSpc>
            </a:pPr>
            <a:r>
              <a:rPr lang="en-US" sz="252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Dès réception, mettez directement le bouquet à l’eau dans un vase. </a:t>
            </a:r>
          </a:p>
          <a:p>
            <a:pPr algn="l">
              <a:lnSpc>
                <a:spcPts val="3529"/>
              </a:lnSpc>
            </a:pPr>
            <a:r>
              <a:rPr lang="en-US" sz="252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Changer l’eau tous les deux jours en prenant soins de recouper les tiges </a:t>
            </a:r>
          </a:p>
          <a:p>
            <a:pPr algn="l">
              <a:lnSpc>
                <a:spcPts val="3529"/>
              </a:lnSpc>
            </a:pPr>
            <a:r>
              <a:rPr lang="en-US" sz="252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à chaque fois. </a:t>
            </a:r>
          </a:p>
          <a:p>
            <a:pPr algn="l">
              <a:lnSpc>
                <a:spcPts val="3529"/>
              </a:lnSpc>
            </a:pPr>
          </a:p>
          <a:p>
            <a:pPr algn="l">
              <a:lnSpc>
                <a:spcPts val="3529"/>
              </a:lnSpc>
            </a:pPr>
            <a:r>
              <a:rPr lang="en-US" sz="252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Upon receipt, put the flowers directly in a vase with water.  </a:t>
            </a:r>
          </a:p>
          <a:p>
            <a:pPr algn="l">
              <a:lnSpc>
                <a:spcPts val="3529"/>
              </a:lnSpc>
            </a:pPr>
            <a:r>
              <a:rPr lang="en-US" sz="252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Change the water every two days, taking care to recut the stems each time</a:t>
            </a:r>
            <a:r>
              <a:rPr lang="en-US" sz="2521">
                <a:solidFill>
                  <a:srgbClr val="BD1E2B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06964" y="3817929"/>
            <a:ext cx="10989908" cy="2507436"/>
          </a:xfrm>
          <a:custGeom>
            <a:avLst/>
            <a:gdLst/>
            <a:ahLst/>
            <a:cxnLst/>
            <a:rect r="r" b="b" t="t" l="l"/>
            <a:pathLst>
              <a:path h="2507436" w="10989908">
                <a:moveTo>
                  <a:pt x="0" y="0"/>
                </a:moveTo>
                <a:lnTo>
                  <a:pt x="10989908" y="0"/>
                </a:lnTo>
                <a:lnTo>
                  <a:pt x="10989908" y="2507436"/>
                </a:lnTo>
                <a:lnTo>
                  <a:pt x="0" y="25074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501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978264" y="4308320"/>
            <a:ext cx="12274072" cy="2160751"/>
            <a:chOff x="0" y="0"/>
            <a:chExt cx="3589995" cy="63198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589994" cy="631989"/>
            </a:xfrm>
            <a:custGeom>
              <a:avLst/>
              <a:gdLst/>
              <a:ahLst/>
              <a:cxnLst/>
              <a:rect r="r" b="b" t="t" l="l"/>
              <a:pathLst>
                <a:path h="631989" w="3589994">
                  <a:moveTo>
                    <a:pt x="0" y="0"/>
                  </a:moveTo>
                  <a:lnTo>
                    <a:pt x="3589994" y="0"/>
                  </a:lnTo>
                  <a:lnTo>
                    <a:pt x="3589994" y="631989"/>
                  </a:lnTo>
                  <a:lnTo>
                    <a:pt x="0" y="63198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589995" cy="6700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2691922" y="8830243"/>
            <a:ext cx="5314394" cy="1018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44"/>
              </a:lnSpc>
            </a:pPr>
            <a:r>
              <a:rPr lang="en-US" sz="7800" spc="-491">
                <a:solidFill>
                  <a:srgbClr val="BD1E2B"/>
                </a:solidFill>
                <a:latin typeface="Montserrat"/>
                <a:ea typeface="Montserrat"/>
                <a:cs typeface="Montserrat"/>
                <a:sym typeface="Montserrat"/>
              </a:rPr>
              <a:t>faq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30699" y="4548248"/>
            <a:ext cx="14828601" cy="1777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9"/>
              </a:lnSpc>
            </a:pPr>
            <a:r>
              <a:rPr lang="en-US" sz="252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Suite à votre commande, votre bouquet sera livré entre 10h et 18h du lundi au samedi. </a:t>
            </a:r>
          </a:p>
          <a:p>
            <a:pPr algn="l">
              <a:lnSpc>
                <a:spcPts val="3529"/>
              </a:lnSpc>
            </a:pPr>
          </a:p>
          <a:p>
            <a:pPr algn="l">
              <a:lnSpc>
                <a:spcPts val="3529"/>
              </a:lnSpc>
            </a:pPr>
            <a:r>
              <a:rPr lang="en-US" sz="252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Following your order, the bouquet will be delivered between 10am until 18pm from Monday to Saturday.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90990" y="1692841"/>
            <a:ext cx="11695126" cy="7414085"/>
          </a:xfrm>
          <a:custGeom>
            <a:avLst/>
            <a:gdLst/>
            <a:ahLst/>
            <a:cxnLst/>
            <a:rect r="r" b="b" t="t" l="l"/>
            <a:pathLst>
              <a:path h="7414085" w="11695126">
                <a:moveTo>
                  <a:pt x="0" y="0"/>
                </a:moveTo>
                <a:lnTo>
                  <a:pt x="11695127" y="0"/>
                </a:lnTo>
                <a:lnTo>
                  <a:pt x="11695127" y="7414084"/>
                </a:lnTo>
                <a:lnTo>
                  <a:pt x="0" y="74140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831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82448" y="2253355"/>
            <a:ext cx="14333617" cy="7443552"/>
            <a:chOff x="0" y="0"/>
            <a:chExt cx="4192383" cy="217713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192383" cy="2177135"/>
            </a:xfrm>
            <a:custGeom>
              <a:avLst/>
              <a:gdLst/>
              <a:ahLst/>
              <a:cxnLst/>
              <a:rect r="r" b="b" t="t" l="l"/>
              <a:pathLst>
                <a:path h="2177135" w="4192383">
                  <a:moveTo>
                    <a:pt x="0" y="0"/>
                  </a:moveTo>
                  <a:lnTo>
                    <a:pt x="4192383" y="0"/>
                  </a:lnTo>
                  <a:lnTo>
                    <a:pt x="4192383" y="2177135"/>
                  </a:lnTo>
                  <a:lnTo>
                    <a:pt x="0" y="217713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192383" cy="22152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2691922" y="8830243"/>
            <a:ext cx="5314394" cy="1018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44"/>
              </a:lnSpc>
            </a:pPr>
            <a:r>
              <a:rPr lang="en-US" sz="7800" spc="-491">
                <a:solidFill>
                  <a:srgbClr val="BD1E2B"/>
                </a:solidFill>
                <a:latin typeface="Montserrat"/>
                <a:ea typeface="Montserrat"/>
                <a:cs typeface="Montserrat"/>
                <a:sym typeface="Montserrat"/>
              </a:rPr>
              <a:t>faq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82448" y="2196205"/>
            <a:ext cx="14999157" cy="2223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9"/>
              </a:lnSpc>
            </a:pPr>
            <a:r>
              <a:rPr lang="en-US" sz="252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Votre bouquet est composé d’anthuriums et de fleurs de saison selon la sélection du jour. Un bouquet unique et contemporain, composé avec attention par notre équipe.</a:t>
            </a:r>
          </a:p>
          <a:p>
            <a:pPr algn="l">
              <a:lnSpc>
                <a:spcPts val="3529"/>
              </a:lnSpc>
            </a:pPr>
          </a:p>
          <a:p>
            <a:pPr algn="l">
              <a:lnSpc>
                <a:spcPts val="3529"/>
              </a:lnSpc>
            </a:pPr>
            <a:r>
              <a:rPr lang="en-US" sz="252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Your bouquet is composed of anthuriums and flowers selected daily. An unique and contemporary bouquet composed by our team.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691922" y="8830243"/>
            <a:ext cx="5314394" cy="1018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44"/>
              </a:lnSpc>
            </a:pPr>
            <a:r>
              <a:rPr lang="en-US" sz="7800" spc="-491">
                <a:solidFill>
                  <a:srgbClr val="BD1E2B"/>
                </a:solidFill>
                <a:latin typeface="Montserrat"/>
                <a:ea typeface="Montserrat"/>
                <a:cs typeface="Montserrat"/>
                <a:sym typeface="Montserrat"/>
              </a:rPr>
              <a:t>faq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81172" y="2196205"/>
            <a:ext cx="16925656" cy="4022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9"/>
              </a:lnSpc>
            </a:pPr>
            <a:r>
              <a:rPr lang="en-US" sz="2521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Je voudrais prendre un abonnement / I would like to subscribe to a subscription : </a:t>
            </a:r>
          </a:p>
          <a:p>
            <a:pPr algn="l">
              <a:lnSpc>
                <a:spcPts val="3529"/>
              </a:lnSpc>
            </a:pPr>
          </a:p>
          <a:p>
            <a:pPr algn="l">
              <a:lnSpc>
                <a:spcPts val="3529"/>
              </a:lnSpc>
            </a:pPr>
            <a:r>
              <a:rPr lang="en-US" sz="252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Pour souscrire à un abonnement entreprise ou pour votre maison, veuillez nous écrire au +261 34 04 764 14. </a:t>
            </a:r>
          </a:p>
          <a:p>
            <a:pPr algn="l">
              <a:lnSpc>
                <a:spcPts val="3529"/>
              </a:lnSpc>
            </a:pPr>
            <a:r>
              <a:rPr lang="en-US" sz="252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Nous vous préparerons un devis et une offre sur-mesure. </a:t>
            </a:r>
          </a:p>
          <a:p>
            <a:pPr algn="l">
              <a:lnSpc>
                <a:spcPts val="3529"/>
              </a:lnSpc>
            </a:pPr>
          </a:p>
          <a:p>
            <a:pPr algn="l">
              <a:lnSpc>
                <a:spcPts val="3529"/>
              </a:lnSpc>
            </a:pPr>
          </a:p>
          <a:p>
            <a:pPr algn="l">
              <a:lnSpc>
                <a:spcPts val="3529"/>
              </a:lnSpc>
            </a:pPr>
            <a:r>
              <a:rPr lang="en-US" sz="252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 subscribe to a floral subscription for your business or home, please contact us at +261 34 04 764 14.</a:t>
            </a:r>
          </a:p>
          <a:p>
            <a:pPr algn="l">
              <a:lnSpc>
                <a:spcPts val="3529"/>
              </a:lnSpc>
            </a:pPr>
            <a:r>
              <a:rPr lang="en-US" sz="252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We will be happy to prepare a tailored quote and a bespoke offer to suit your needs.</a:t>
            </a:r>
          </a:p>
          <a:p>
            <a:pPr algn="l">
              <a:lnSpc>
                <a:spcPts val="3529"/>
              </a:lnSpc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691922" y="8830243"/>
            <a:ext cx="5314394" cy="1018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44"/>
              </a:lnSpc>
            </a:pPr>
            <a:r>
              <a:rPr lang="en-US" sz="7800" spc="-491">
                <a:solidFill>
                  <a:srgbClr val="BD1E2B"/>
                </a:solidFill>
                <a:latin typeface="Montserrat"/>
                <a:ea typeface="Montserrat"/>
                <a:cs typeface="Montserrat"/>
                <a:sym typeface="Montserrat"/>
              </a:rPr>
              <a:t>faq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81172" y="2196205"/>
            <a:ext cx="16925656" cy="4022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9"/>
              </a:lnSpc>
            </a:pPr>
            <a:r>
              <a:rPr lang="en-US" sz="2521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Je voudrais fleurir un évènement (mariage, anniversaire, fête d’entreprise etc.) / I would like to decorate an event (wedding, birthday, corporate event) : </a:t>
            </a:r>
          </a:p>
          <a:p>
            <a:pPr algn="l">
              <a:lnSpc>
                <a:spcPts val="3529"/>
              </a:lnSpc>
            </a:pPr>
          </a:p>
          <a:p>
            <a:pPr algn="l">
              <a:lnSpc>
                <a:spcPts val="3529"/>
              </a:lnSpc>
            </a:pPr>
            <a:r>
              <a:rPr lang="en-US" sz="252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Pour toute demande, veuillez nous écrire au +261 34 04 764 14. </a:t>
            </a:r>
          </a:p>
          <a:p>
            <a:pPr algn="l">
              <a:lnSpc>
                <a:spcPts val="3529"/>
              </a:lnSpc>
            </a:pPr>
            <a:r>
              <a:rPr lang="en-US" sz="252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Nous vous préparerons un devis et une offre sur-mesure. </a:t>
            </a:r>
          </a:p>
          <a:p>
            <a:pPr algn="l">
              <a:lnSpc>
                <a:spcPts val="3529"/>
              </a:lnSpc>
            </a:pPr>
          </a:p>
          <a:p>
            <a:pPr algn="l">
              <a:lnSpc>
                <a:spcPts val="3529"/>
              </a:lnSpc>
            </a:pPr>
            <a:r>
              <a:rPr lang="en-US" sz="252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For any inquiries, please contact us at +261 34 04 764 14.</a:t>
            </a:r>
          </a:p>
          <a:p>
            <a:pPr algn="l">
              <a:lnSpc>
                <a:spcPts val="3529"/>
              </a:lnSpc>
            </a:pPr>
            <a:r>
              <a:rPr lang="en-US" sz="252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We will be happy to prepare a tailored quote and a bespoke offer to suit your needs.</a:t>
            </a:r>
          </a:p>
          <a:p>
            <a:pPr algn="l">
              <a:lnSpc>
                <a:spcPts val="3529"/>
              </a:lnSpc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691922" y="8830243"/>
            <a:ext cx="5314394" cy="1018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44"/>
              </a:lnSpc>
            </a:pPr>
            <a:r>
              <a:rPr lang="en-US" sz="7800" spc="-491">
                <a:solidFill>
                  <a:srgbClr val="BD1E2B"/>
                </a:solidFill>
                <a:latin typeface="Montserrat"/>
                <a:ea typeface="Montserrat"/>
                <a:cs typeface="Montserrat"/>
                <a:sym typeface="Montserrat"/>
              </a:rPr>
              <a:t>faq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44421" y="3048027"/>
            <a:ext cx="14999157" cy="1777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9"/>
              </a:lnSpc>
            </a:pPr>
            <a:r>
              <a:rPr lang="en-US" sz="252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Mini : approx 15cm</a:t>
            </a:r>
          </a:p>
          <a:p>
            <a:pPr algn="l">
              <a:lnSpc>
                <a:spcPts val="3529"/>
              </a:lnSpc>
            </a:pPr>
            <a:r>
              <a:rPr lang="en-US" sz="252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 : approx 20cm</a:t>
            </a:r>
          </a:p>
          <a:p>
            <a:pPr algn="l">
              <a:lnSpc>
                <a:spcPts val="3529"/>
              </a:lnSpc>
            </a:pPr>
            <a:r>
              <a:rPr lang="en-US" sz="252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 : approx 30cm</a:t>
            </a:r>
          </a:p>
          <a:p>
            <a:pPr algn="l">
              <a:lnSpc>
                <a:spcPts val="3529"/>
              </a:lnSpc>
            </a:pPr>
            <a:r>
              <a:rPr lang="en-US" sz="252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 : approx 40cm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44421" y="2370399"/>
            <a:ext cx="14999157" cy="440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9"/>
              </a:lnSpc>
            </a:pPr>
            <a:r>
              <a:rPr lang="en-US" sz="2521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Guide de taille / Size guide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691922" y="8830243"/>
            <a:ext cx="5314394" cy="1018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44"/>
              </a:lnSpc>
            </a:pPr>
            <a:r>
              <a:rPr lang="en-US" sz="7800" spc="-491">
                <a:solidFill>
                  <a:srgbClr val="BD1E2B"/>
                </a:solidFill>
                <a:latin typeface="Montserrat"/>
                <a:ea typeface="Montserrat"/>
                <a:cs typeface="Montserrat"/>
                <a:sym typeface="Montserrat"/>
              </a:rPr>
              <a:t>contact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44421" y="3048027"/>
            <a:ext cx="14999157" cy="1331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9"/>
              </a:lnSpc>
            </a:pPr>
            <a:r>
              <a:rPr lang="en-US" sz="252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Numéro / WhatsApp : +261 34 04 764 14</a:t>
            </a:r>
          </a:p>
          <a:p>
            <a:pPr algn="l">
              <a:lnSpc>
                <a:spcPts val="3529"/>
              </a:lnSpc>
            </a:pPr>
            <a:r>
              <a:rPr lang="en-US" sz="252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Instagram : @ifleurmdg</a:t>
            </a:r>
          </a:p>
          <a:p>
            <a:pPr algn="l">
              <a:lnSpc>
                <a:spcPts val="3529"/>
              </a:lnSpc>
            </a:pPr>
            <a:r>
              <a:rPr lang="en-US" sz="252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Facebook : @ifleurmadagascar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44421" y="2370399"/>
            <a:ext cx="14999157" cy="440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9"/>
              </a:lnSpc>
            </a:pPr>
            <a:r>
              <a:rPr lang="en-US" sz="2521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Contact 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DAHSz_sfMTA</dc:identifier>
  <dcterms:modified xsi:type="dcterms:W3CDTF">2011-08-01T06:04:30Z</dcterms:modified>
  <cp:revision>1</cp:revision>
  <dc:title>site web</dc:title>
</cp:coreProperties>
</file>